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57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6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C2C0E9-90B2-493D-8EC5-C5F3755D53FD}" type="doc">
      <dgm:prSet loTypeId="urn:microsoft.com/office/officeart/2005/8/layout/vProcess5" loCatId="process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46E48C7-DC12-4FB0-9FF1-93E363D1EC0D}">
      <dgm:prSet/>
      <dgm:spPr/>
      <dgm:t>
        <a:bodyPr/>
        <a:lstStyle/>
        <a:p>
          <a:r>
            <a:rPr lang="cs-CZ"/>
            <a:t>Hlodavec</a:t>
          </a:r>
          <a:endParaRPr lang="en-US"/>
        </a:p>
      </dgm:t>
    </dgm:pt>
    <dgm:pt modelId="{E1039B26-2032-4631-813A-F4541C5252BC}" type="parTrans" cxnId="{4F6040FB-CB91-4B0A-9965-D4214668873C}">
      <dgm:prSet/>
      <dgm:spPr/>
      <dgm:t>
        <a:bodyPr/>
        <a:lstStyle/>
        <a:p>
          <a:endParaRPr lang="en-US"/>
        </a:p>
      </dgm:t>
    </dgm:pt>
    <dgm:pt modelId="{38C8F624-F4AB-4F4B-ACC0-C9E633D378E8}" type="sibTrans" cxnId="{4F6040FB-CB91-4B0A-9965-D4214668873C}">
      <dgm:prSet/>
      <dgm:spPr/>
      <dgm:t>
        <a:bodyPr/>
        <a:lstStyle/>
        <a:p>
          <a:endParaRPr lang="en-US"/>
        </a:p>
      </dgm:t>
    </dgm:pt>
    <dgm:pt modelId="{3BD8D7CD-DA44-40BB-8741-3D79F9F069A5}">
      <dgm:prSet/>
      <dgm:spPr/>
      <dgm:t>
        <a:bodyPr/>
        <a:lstStyle/>
        <a:p>
          <a:r>
            <a:rPr lang="cs-CZ"/>
            <a:t>6-8 cm</a:t>
          </a:r>
          <a:endParaRPr lang="en-US"/>
        </a:p>
      </dgm:t>
    </dgm:pt>
    <dgm:pt modelId="{7FFF9A6C-1DC1-4970-85FC-47EEFFE340E1}" type="parTrans" cxnId="{63BB425A-10DB-4697-AE58-869FE89FFDF2}">
      <dgm:prSet/>
      <dgm:spPr/>
      <dgm:t>
        <a:bodyPr/>
        <a:lstStyle/>
        <a:p>
          <a:endParaRPr lang="en-US"/>
        </a:p>
      </dgm:t>
    </dgm:pt>
    <dgm:pt modelId="{7966FF05-F88C-403A-A394-C49FD44C4BE7}" type="sibTrans" cxnId="{63BB425A-10DB-4697-AE58-869FE89FFDF2}">
      <dgm:prSet/>
      <dgm:spPr/>
      <dgm:t>
        <a:bodyPr/>
        <a:lstStyle/>
        <a:p>
          <a:endParaRPr lang="en-US"/>
        </a:p>
      </dgm:t>
    </dgm:pt>
    <dgm:pt modelId="{BC2DCC15-D613-47B8-962F-B130AE1C2268}">
      <dgm:prSet/>
      <dgm:spPr/>
      <dgm:t>
        <a:bodyPr/>
        <a:lstStyle/>
        <a:p>
          <a:r>
            <a:rPr lang="cs-CZ"/>
            <a:t>Váží 40-70g</a:t>
          </a:r>
          <a:endParaRPr lang="en-US"/>
        </a:p>
      </dgm:t>
    </dgm:pt>
    <dgm:pt modelId="{90DB3D0D-9BF7-416D-B3C3-F5BB8FC79045}" type="parTrans" cxnId="{42E39B28-C838-46F1-870E-C56B21302F5E}">
      <dgm:prSet/>
      <dgm:spPr/>
      <dgm:t>
        <a:bodyPr/>
        <a:lstStyle/>
        <a:p>
          <a:endParaRPr lang="en-US"/>
        </a:p>
      </dgm:t>
    </dgm:pt>
    <dgm:pt modelId="{C8489EF8-889E-44BB-A105-4CDCD582C272}" type="sibTrans" cxnId="{42E39B28-C838-46F1-870E-C56B21302F5E}">
      <dgm:prSet/>
      <dgm:spPr/>
      <dgm:t>
        <a:bodyPr/>
        <a:lstStyle/>
        <a:p>
          <a:endParaRPr lang="en-US"/>
        </a:p>
      </dgm:t>
    </dgm:pt>
    <dgm:pt modelId="{BAB2D204-0A37-4479-911E-85E362C8C612}">
      <dgm:prSet/>
      <dgm:spPr/>
      <dgm:t>
        <a:bodyPr/>
        <a:lstStyle/>
        <a:p>
          <a:r>
            <a:rPr lang="cs-CZ"/>
            <a:t>Dožívá se 3-5 let</a:t>
          </a:r>
          <a:endParaRPr lang="en-US"/>
        </a:p>
      </dgm:t>
    </dgm:pt>
    <dgm:pt modelId="{4693933E-D06C-43ED-B5FA-05940778F6E0}" type="parTrans" cxnId="{5E3E57AF-FA64-4FAB-BA48-8B97C590EA78}">
      <dgm:prSet/>
      <dgm:spPr/>
      <dgm:t>
        <a:bodyPr/>
        <a:lstStyle/>
        <a:p>
          <a:endParaRPr lang="en-US"/>
        </a:p>
      </dgm:t>
    </dgm:pt>
    <dgm:pt modelId="{61C2FA15-0FC8-4ED1-BB88-C4145E80B005}" type="sibTrans" cxnId="{5E3E57AF-FA64-4FAB-BA48-8B97C590EA78}">
      <dgm:prSet/>
      <dgm:spPr/>
      <dgm:t>
        <a:bodyPr/>
        <a:lstStyle/>
        <a:p>
          <a:endParaRPr lang="en-US"/>
        </a:p>
      </dgm:t>
    </dgm:pt>
    <dgm:pt modelId="{5DE8742A-3DF4-48CD-B1D6-DA1E4AC1B558}">
      <dgm:prSet/>
      <dgm:spPr/>
      <dgm:t>
        <a:bodyPr/>
        <a:lstStyle/>
        <a:p>
          <a:r>
            <a:rPr lang="cs-CZ"/>
            <a:t>Venku dlouho nepřežije</a:t>
          </a:r>
          <a:endParaRPr lang="en-US"/>
        </a:p>
      </dgm:t>
    </dgm:pt>
    <dgm:pt modelId="{701591B3-E033-4B10-9E3F-61B719D9D126}" type="parTrans" cxnId="{10D186A5-49D1-4B25-B762-E1E3B4BB8EC5}">
      <dgm:prSet/>
      <dgm:spPr/>
      <dgm:t>
        <a:bodyPr/>
        <a:lstStyle/>
        <a:p>
          <a:endParaRPr lang="en-US"/>
        </a:p>
      </dgm:t>
    </dgm:pt>
    <dgm:pt modelId="{FE16BAA6-9ABD-4A99-B612-9E6CE4ADA782}" type="sibTrans" cxnId="{10D186A5-49D1-4B25-B762-E1E3B4BB8EC5}">
      <dgm:prSet/>
      <dgm:spPr/>
      <dgm:t>
        <a:bodyPr/>
        <a:lstStyle/>
        <a:p>
          <a:endParaRPr lang="en-US"/>
        </a:p>
      </dgm:t>
    </dgm:pt>
    <dgm:pt modelId="{3464C1AE-B978-49F7-92B0-A7BA3DC82622}" type="pres">
      <dgm:prSet presAssocID="{5BC2C0E9-90B2-493D-8EC5-C5F3755D53FD}" presName="outerComposite" presStyleCnt="0">
        <dgm:presLayoutVars>
          <dgm:chMax val="5"/>
          <dgm:dir/>
          <dgm:resizeHandles val="exact"/>
        </dgm:presLayoutVars>
      </dgm:prSet>
      <dgm:spPr/>
    </dgm:pt>
    <dgm:pt modelId="{96C382A3-A392-4A02-973B-A2ED06DF8780}" type="pres">
      <dgm:prSet presAssocID="{5BC2C0E9-90B2-493D-8EC5-C5F3755D53FD}" presName="dummyMaxCanvas" presStyleCnt="0">
        <dgm:presLayoutVars/>
      </dgm:prSet>
      <dgm:spPr/>
    </dgm:pt>
    <dgm:pt modelId="{06A84521-DD78-42E9-9D2F-1D1DFFA546BE}" type="pres">
      <dgm:prSet presAssocID="{5BC2C0E9-90B2-493D-8EC5-C5F3755D53FD}" presName="FiveNodes_1" presStyleLbl="node1" presStyleIdx="0" presStyleCnt="5">
        <dgm:presLayoutVars>
          <dgm:bulletEnabled val="1"/>
        </dgm:presLayoutVars>
      </dgm:prSet>
      <dgm:spPr/>
    </dgm:pt>
    <dgm:pt modelId="{4AAE3753-E9D1-4220-B7D1-F1FEF1935836}" type="pres">
      <dgm:prSet presAssocID="{5BC2C0E9-90B2-493D-8EC5-C5F3755D53FD}" presName="FiveNodes_2" presStyleLbl="node1" presStyleIdx="1" presStyleCnt="5">
        <dgm:presLayoutVars>
          <dgm:bulletEnabled val="1"/>
        </dgm:presLayoutVars>
      </dgm:prSet>
      <dgm:spPr/>
    </dgm:pt>
    <dgm:pt modelId="{C1EEC194-9003-43B7-82B7-3EA10A7280DF}" type="pres">
      <dgm:prSet presAssocID="{5BC2C0E9-90B2-493D-8EC5-C5F3755D53FD}" presName="FiveNodes_3" presStyleLbl="node1" presStyleIdx="2" presStyleCnt="5">
        <dgm:presLayoutVars>
          <dgm:bulletEnabled val="1"/>
        </dgm:presLayoutVars>
      </dgm:prSet>
      <dgm:spPr/>
    </dgm:pt>
    <dgm:pt modelId="{C36BDB42-75C9-40AE-9F28-D6502C2D9DC9}" type="pres">
      <dgm:prSet presAssocID="{5BC2C0E9-90B2-493D-8EC5-C5F3755D53FD}" presName="FiveNodes_4" presStyleLbl="node1" presStyleIdx="3" presStyleCnt="5">
        <dgm:presLayoutVars>
          <dgm:bulletEnabled val="1"/>
        </dgm:presLayoutVars>
      </dgm:prSet>
      <dgm:spPr/>
    </dgm:pt>
    <dgm:pt modelId="{9E3BE8D3-5A21-4827-98B1-7CBDAF01C183}" type="pres">
      <dgm:prSet presAssocID="{5BC2C0E9-90B2-493D-8EC5-C5F3755D53FD}" presName="FiveNodes_5" presStyleLbl="node1" presStyleIdx="4" presStyleCnt="5">
        <dgm:presLayoutVars>
          <dgm:bulletEnabled val="1"/>
        </dgm:presLayoutVars>
      </dgm:prSet>
      <dgm:spPr/>
    </dgm:pt>
    <dgm:pt modelId="{B181438B-8C55-4214-9A08-50F8FCB75485}" type="pres">
      <dgm:prSet presAssocID="{5BC2C0E9-90B2-493D-8EC5-C5F3755D53FD}" presName="FiveConn_1-2" presStyleLbl="fgAccFollowNode1" presStyleIdx="0" presStyleCnt="4">
        <dgm:presLayoutVars>
          <dgm:bulletEnabled val="1"/>
        </dgm:presLayoutVars>
      </dgm:prSet>
      <dgm:spPr/>
    </dgm:pt>
    <dgm:pt modelId="{815D4EAB-BA2D-4297-9B79-913AF0FFFCB0}" type="pres">
      <dgm:prSet presAssocID="{5BC2C0E9-90B2-493D-8EC5-C5F3755D53FD}" presName="FiveConn_2-3" presStyleLbl="fgAccFollowNode1" presStyleIdx="1" presStyleCnt="4">
        <dgm:presLayoutVars>
          <dgm:bulletEnabled val="1"/>
        </dgm:presLayoutVars>
      </dgm:prSet>
      <dgm:spPr/>
    </dgm:pt>
    <dgm:pt modelId="{431D15BF-5A73-434F-AC35-E3615358A829}" type="pres">
      <dgm:prSet presAssocID="{5BC2C0E9-90B2-493D-8EC5-C5F3755D53FD}" presName="FiveConn_3-4" presStyleLbl="fgAccFollowNode1" presStyleIdx="2" presStyleCnt="4">
        <dgm:presLayoutVars>
          <dgm:bulletEnabled val="1"/>
        </dgm:presLayoutVars>
      </dgm:prSet>
      <dgm:spPr/>
    </dgm:pt>
    <dgm:pt modelId="{72E27A35-758B-4133-9935-A9EB59DD40CA}" type="pres">
      <dgm:prSet presAssocID="{5BC2C0E9-90B2-493D-8EC5-C5F3755D53FD}" presName="FiveConn_4-5" presStyleLbl="fgAccFollowNode1" presStyleIdx="3" presStyleCnt="4">
        <dgm:presLayoutVars>
          <dgm:bulletEnabled val="1"/>
        </dgm:presLayoutVars>
      </dgm:prSet>
      <dgm:spPr/>
    </dgm:pt>
    <dgm:pt modelId="{D2B4277F-41FE-4C47-B09E-8DCD15C1A97C}" type="pres">
      <dgm:prSet presAssocID="{5BC2C0E9-90B2-493D-8EC5-C5F3755D53FD}" presName="FiveNodes_1_text" presStyleLbl="node1" presStyleIdx="4" presStyleCnt="5">
        <dgm:presLayoutVars>
          <dgm:bulletEnabled val="1"/>
        </dgm:presLayoutVars>
      </dgm:prSet>
      <dgm:spPr/>
    </dgm:pt>
    <dgm:pt modelId="{B6CB95C4-5A7E-4E01-99AB-4EE24EFBA19E}" type="pres">
      <dgm:prSet presAssocID="{5BC2C0E9-90B2-493D-8EC5-C5F3755D53FD}" presName="FiveNodes_2_text" presStyleLbl="node1" presStyleIdx="4" presStyleCnt="5">
        <dgm:presLayoutVars>
          <dgm:bulletEnabled val="1"/>
        </dgm:presLayoutVars>
      </dgm:prSet>
      <dgm:spPr/>
    </dgm:pt>
    <dgm:pt modelId="{328309E2-7139-4457-97A5-D62E06DC7988}" type="pres">
      <dgm:prSet presAssocID="{5BC2C0E9-90B2-493D-8EC5-C5F3755D53FD}" presName="FiveNodes_3_text" presStyleLbl="node1" presStyleIdx="4" presStyleCnt="5">
        <dgm:presLayoutVars>
          <dgm:bulletEnabled val="1"/>
        </dgm:presLayoutVars>
      </dgm:prSet>
      <dgm:spPr/>
    </dgm:pt>
    <dgm:pt modelId="{C9A73A1E-D3B4-46EE-9DE6-72D7BCB5ABD5}" type="pres">
      <dgm:prSet presAssocID="{5BC2C0E9-90B2-493D-8EC5-C5F3755D53FD}" presName="FiveNodes_4_text" presStyleLbl="node1" presStyleIdx="4" presStyleCnt="5">
        <dgm:presLayoutVars>
          <dgm:bulletEnabled val="1"/>
        </dgm:presLayoutVars>
      </dgm:prSet>
      <dgm:spPr/>
    </dgm:pt>
    <dgm:pt modelId="{93BF658A-1B5E-4A91-9F5E-4B4AAE594841}" type="pres">
      <dgm:prSet presAssocID="{5BC2C0E9-90B2-493D-8EC5-C5F3755D53FD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055BD210-A23B-499F-AFAC-FA2CC6E5F7BA}" type="presOf" srcId="{BC2DCC15-D613-47B8-962F-B130AE1C2268}" destId="{C1EEC194-9003-43B7-82B7-3EA10A7280DF}" srcOrd="0" destOrd="0" presId="urn:microsoft.com/office/officeart/2005/8/layout/vProcess5"/>
    <dgm:cxn modelId="{BCDE8F16-9BB3-4515-BFF1-901F0F824043}" type="presOf" srcId="{346E48C7-DC12-4FB0-9FF1-93E363D1EC0D}" destId="{06A84521-DD78-42E9-9D2F-1D1DFFA546BE}" srcOrd="0" destOrd="0" presId="urn:microsoft.com/office/officeart/2005/8/layout/vProcess5"/>
    <dgm:cxn modelId="{42E39B28-C838-46F1-870E-C56B21302F5E}" srcId="{5BC2C0E9-90B2-493D-8EC5-C5F3755D53FD}" destId="{BC2DCC15-D613-47B8-962F-B130AE1C2268}" srcOrd="2" destOrd="0" parTransId="{90DB3D0D-9BF7-416D-B3C3-F5BB8FC79045}" sibTransId="{C8489EF8-889E-44BB-A105-4CDCD582C272}"/>
    <dgm:cxn modelId="{D90A2E29-DE75-4C13-B73A-7714BB1A9A70}" type="presOf" srcId="{7966FF05-F88C-403A-A394-C49FD44C4BE7}" destId="{815D4EAB-BA2D-4297-9B79-913AF0FFFCB0}" srcOrd="0" destOrd="0" presId="urn:microsoft.com/office/officeart/2005/8/layout/vProcess5"/>
    <dgm:cxn modelId="{4123AB5E-FD87-493A-A352-6F29D642CE49}" type="presOf" srcId="{5BC2C0E9-90B2-493D-8EC5-C5F3755D53FD}" destId="{3464C1AE-B978-49F7-92B0-A7BA3DC82622}" srcOrd="0" destOrd="0" presId="urn:microsoft.com/office/officeart/2005/8/layout/vProcess5"/>
    <dgm:cxn modelId="{8C97165F-1B59-4EA7-811C-185E168382DC}" type="presOf" srcId="{BAB2D204-0A37-4479-911E-85E362C8C612}" destId="{C36BDB42-75C9-40AE-9F28-D6502C2D9DC9}" srcOrd="0" destOrd="0" presId="urn:microsoft.com/office/officeart/2005/8/layout/vProcess5"/>
    <dgm:cxn modelId="{8303ED4B-29AC-4636-91BF-A497D6ADADE2}" type="presOf" srcId="{C8489EF8-889E-44BB-A105-4CDCD582C272}" destId="{431D15BF-5A73-434F-AC35-E3615358A829}" srcOrd="0" destOrd="0" presId="urn:microsoft.com/office/officeart/2005/8/layout/vProcess5"/>
    <dgm:cxn modelId="{63BB425A-10DB-4697-AE58-869FE89FFDF2}" srcId="{5BC2C0E9-90B2-493D-8EC5-C5F3755D53FD}" destId="{3BD8D7CD-DA44-40BB-8741-3D79F9F069A5}" srcOrd="1" destOrd="0" parTransId="{7FFF9A6C-1DC1-4970-85FC-47EEFFE340E1}" sibTransId="{7966FF05-F88C-403A-A394-C49FD44C4BE7}"/>
    <dgm:cxn modelId="{1A7CA65A-84ED-44BB-B190-2FC86549BC65}" type="presOf" srcId="{38C8F624-F4AB-4F4B-ACC0-C9E633D378E8}" destId="{B181438B-8C55-4214-9A08-50F8FCB75485}" srcOrd="0" destOrd="0" presId="urn:microsoft.com/office/officeart/2005/8/layout/vProcess5"/>
    <dgm:cxn modelId="{862BC095-A0C8-4B5B-A531-240A080BE0C2}" type="presOf" srcId="{3BD8D7CD-DA44-40BB-8741-3D79F9F069A5}" destId="{B6CB95C4-5A7E-4E01-99AB-4EE24EFBA19E}" srcOrd="1" destOrd="0" presId="urn:microsoft.com/office/officeart/2005/8/layout/vProcess5"/>
    <dgm:cxn modelId="{7321A6A1-3E42-48FC-A096-9090B507B513}" type="presOf" srcId="{61C2FA15-0FC8-4ED1-BB88-C4145E80B005}" destId="{72E27A35-758B-4133-9935-A9EB59DD40CA}" srcOrd="0" destOrd="0" presId="urn:microsoft.com/office/officeart/2005/8/layout/vProcess5"/>
    <dgm:cxn modelId="{10D186A5-49D1-4B25-B762-E1E3B4BB8EC5}" srcId="{5BC2C0E9-90B2-493D-8EC5-C5F3755D53FD}" destId="{5DE8742A-3DF4-48CD-B1D6-DA1E4AC1B558}" srcOrd="4" destOrd="0" parTransId="{701591B3-E033-4B10-9E3F-61B719D9D126}" sibTransId="{FE16BAA6-9ABD-4A99-B612-9E6CE4ADA782}"/>
    <dgm:cxn modelId="{B903ECAD-102C-4D5F-90AB-4DE8A6D64DF9}" type="presOf" srcId="{BAB2D204-0A37-4479-911E-85E362C8C612}" destId="{C9A73A1E-D3B4-46EE-9DE6-72D7BCB5ABD5}" srcOrd="1" destOrd="0" presId="urn:microsoft.com/office/officeart/2005/8/layout/vProcess5"/>
    <dgm:cxn modelId="{5E3E57AF-FA64-4FAB-BA48-8B97C590EA78}" srcId="{5BC2C0E9-90B2-493D-8EC5-C5F3755D53FD}" destId="{BAB2D204-0A37-4479-911E-85E362C8C612}" srcOrd="3" destOrd="0" parTransId="{4693933E-D06C-43ED-B5FA-05940778F6E0}" sibTransId="{61C2FA15-0FC8-4ED1-BB88-C4145E80B005}"/>
    <dgm:cxn modelId="{3F8E9AB2-3A89-4059-8A37-B44620690A39}" type="presOf" srcId="{5DE8742A-3DF4-48CD-B1D6-DA1E4AC1B558}" destId="{9E3BE8D3-5A21-4827-98B1-7CBDAF01C183}" srcOrd="0" destOrd="0" presId="urn:microsoft.com/office/officeart/2005/8/layout/vProcess5"/>
    <dgm:cxn modelId="{CAA379C6-2736-4C02-82D8-55F5B6EFAC9D}" type="presOf" srcId="{BC2DCC15-D613-47B8-962F-B130AE1C2268}" destId="{328309E2-7139-4457-97A5-D62E06DC7988}" srcOrd="1" destOrd="0" presId="urn:microsoft.com/office/officeart/2005/8/layout/vProcess5"/>
    <dgm:cxn modelId="{E2581CC9-8670-4096-A235-20BC2001C2FF}" type="presOf" srcId="{3BD8D7CD-DA44-40BB-8741-3D79F9F069A5}" destId="{4AAE3753-E9D1-4220-B7D1-F1FEF1935836}" srcOrd="0" destOrd="0" presId="urn:microsoft.com/office/officeart/2005/8/layout/vProcess5"/>
    <dgm:cxn modelId="{CD88AEC9-4952-4726-BE00-E49C75F96147}" type="presOf" srcId="{346E48C7-DC12-4FB0-9FF1-93E363D1EC0D}" destId="{D2B4277F-41FE-4C47-B09E-8DCD15C1A97C}" srcOrd="1" destOrd="0" presId="urn:microsoft.com/office/officeart/2005/8/layout/vProcess5"/>
    <dgm:cxn modelId="{F3EEDBD8-6F52-4871-8932-9C838C196806}" type="presOf" srcId="{5DE8742A-3DF4-48CD-B1D6-DA1E4AC1B558}" destId="{93BF658A-1B5E-4A91-9F5E-4B4AAE594841}" srcOrd="1" destOrd="0" presId="urn:microsoft.com/office/officeart/2005/8/layout/vProcess5"/>
    <dgm:cxn modelId="{4F6040FB-CB91-4B0A-9965-D4214668873C}" srcId="{5BC2C0E9-90B2-493D-8EC5-C5F3755D53FD}" destId="{346E48C7-DC12-4FB0-9FF1-93E363D1EC0D}" srcOrd="0" destOrd="0" parTransId="{E1039B26-2032-4631-813A-F4541C5252BC}" sibTransId="{38C8F624-F4AB-4F4B-ACC0-C9E633D378E8}"/>
    <dgm:cxn modelId="{E0F62A84-6129-4A39-A987-B4613A0DB6C7}" type="presParOf" srcId="{3464C1AE-B978-49F7-92B0-A7BA3DC82622}" destId="{96C382A3-A392-4A02-973B-A2ED06DF8780}" srcOrd="0" destOrd="0" presId="urn:microsoft.com/office/officeart/2005/8/layout/vProcess5"/>
    <dgm:cxn modelId="{DF083880-85DC-4CAA-99A2-95359A945012}" type="presParOf" srcId="{3464C1AE-B978-49F7-92B0-A7BA3DC82622}" destId="{06A84521-DD78-42E9-9D2F-1D1DFFA546BE}" srcOrd="1" destOrd="0" presId="urn:microsoft.com/office/officeart/2005/8/layout/vProcess5"/>
    <dgm:cxn modelId="{A8DBE50D-ABB5-4CF2-A3AD-197FC031A982}" type="presParOf" srcId="{3464C1AE-B978-49F7-92B0-A7BA3DC82622}" destId="{4AAE3753-E9D1-4220-B7D1-F1FEF1935836}" srcOrd="2" destOrd="0" presId="urn:microsoft.com/office/officeart/2005/8/layout/vProcess5"/>
    <dgm:cxn modelId="{B0DC2993-4301-4529-BBE3-993B7C479600}" type="presParOf" srcId="{3464C1AE-B978-49F7-92B0-A7BA3DC82622}" destId="{C1EEC194-9003-43B7-82B7-3EA10A7280DF}" srcOrd="3" destOrd="0" presId="urn:microsoft.com/office/officeart/2005/8/layout/vProcess5"/>
    <dgm:cxn modelId="{56524C92-514B-48B3-BF44-119B19E39C2F}" type="presParOf" srcId="{3464C1AE-B978-49F7-92B0-A7BA3DC82622}" destId="{C36BDB42-75C9-40AE-9F28-D6502C2D9DC9}" srcOrd="4" destOrd="0" presId="urn:microsoft.com/office/officeart/2005/8/layout/vProcess5"/>
    <dgm:cxn modelId="{4E1C9117-48E4-4FDE-AF9C-C886066D6279}" type="presParOf" srcId="{3464C1AE-B978-49F7-92B0-A7BA3DC82622}" destId="{9E3BE8D3-5A21-4827-98B1-7CBDAF01C183}" srcOrd="5" destOrd="0" presId="urn:microsoft.com/office/officeart/2005/8/layout/vProcess5"/>
    <dgm:cxn modelId="{B6B91DA0-3451-474A-85CB-A29DEBF4D90A}" type="presParOf" srcId="{3464C1AE-B978-49F7-92B0-A7BA3DC82622}" destId="{B181438B-8C55-4214-9A08-50F8FCB75485}" srcOrd="6" destOrd="0" presId="urn:microsoft.com/office/officeart/2005/8/layout/vProcess5"/>
    <dgm:cxn modelId="{41B6EB08-E0EE-434C-92AC-8298D33179CC}" type="presParOf" srcId="{3464C1AE-B978-49F7-92B0-A7BA3DC82622}" destId="{815D4EAB-BA2D-4297-9B79-913AF0FFFCB0}" srcOrd="7" destOrd="0" presId="urn:microsoft.com/office/officeart/2005/8/layout/vProcess5"/>
    <dgm:cxn modelId="{99F42F75-3BC9-4DFF-80BA-B9606ED01199}" type="presParOf" srcId="{3464C1AE-B978-49F7-92B0-A7BA3DC82622}" destId="{431D15BF-5A73-434F-AC35-E3615358A829}" srcOrd="8" destOrd="0" presId="urn:microsoft.com/office/officeart/2005/8/layout/vProcess5"/>
    <dgm:cxn modelId="{14AAD822-7CE7-4A16-9E27-3BD109162ED0}" type="presParOf" srcId="{3464C1AE-B978-49F7-92B0-A7BA3DC82622}" destId="{72E27A35-758B-4133-9935-A9EB59DD40CA}" srcOrd="9" destOrd="0" presId="urn:microsoft.com/office/officeart/2005/8/layout/vProcess5"/>
    <dgm:cxn modelId="{D4925CBD-EB2E-48B8-A062-23C71CA17B9B}" type="presParOf" srcId="{3464C1AE-B978-49F7-92B0-A7BA3DC82622}" destId="{D2B4277F-41FE-4C47-B09E-8DCD15C1A97C}" srcOrd="10" destOrd="0" presId="urn:microsoft.com/office/officeart/2005/8/layout/vProcess5"/>
    <dgm:cxn modelId="{3022F4E6-C7B9-45E1-A033-403AE04DF913}" type="presParOf" srcId="{3464C1AE-B978-49F7-92B0-A7BA3DC82622}" destId="{B6CB95C4-5A7E-4E01-99AB-4EE24EFBA19E}" srcOrd="11" destOrd="0" presId="urn:microsoft.com/office/officeart/2005/8/layout/vProcess5"/>
    <dgm:cxn modelId="{D94F2E85-B474-4E87-857A-3FEB9138FB44}" type="presParOf" srcId="{3464C1AE-B978-49F7-92B0-A7BA3DC82622}" destId="{328309E2-7139-4457-97A5-D62E06DC7988}" srcOrd="12" destOrd="0" presId="urn:microsoft.com/office/officeart/2005/8/layout/vProcess5"/>
    <dgm:cxn modelId="{BE3A36BD-0215-4E7D-A06E-9A26553752B2}" type="presParOf" srcId="{3464C1AE-B978-49F7-92B0-A7BA3DC82622}" destId="{C9A73A1E-D3B4-46EE-9DE6-72D7BCB5ABD5}" srcOrd="13" destOrd="0" presId="urn:microsoft.com/office/officeart/2005/8/layout/vProcess5"/>
    <dgm:cxn modelId="{63D2486D-CD5F-4887-A1ED-4FA66764E7B0}" type="presParOf" srcId="{3464C1AE-B978-49F7-92B0-A7BA3DC82622}" destId="{93BF658A-1B5E-4A91-9F5E-4B4AAE594841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9EB150-F445-4957-9E6E-49F2FD13BF6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592A6D5-7EDC-4EF8-A577-EFD645F0082E}">
      <dgm:prSet/>
      <dgm:spPr/>
      <dgm:t>
        <a:bodyPr/>
        <a:lstStyle/>
        <a:p>
          <a:r>
            <a:rPr lang="cs-CZ"/>
            <a:t>Je to zvířátko, které patří mezi ty nejméně náročné</a:t>
          </a:r>
          <a:endParaRPr lang="en-US"/>
        </a:p>
      </dgm:t>
    </dgm:pt>
    <dgm:pt modelId="{0418C841-EC06-4DE6-BBC1-20AC14757E91}" type="parTrans" cxnId="{99F1E9E7-3F58-46BC-A2E1-FBACFD036CD6}">
      <dgm:prSet/>
      <dgm:spPr/>
      <dgm:t>
        <a:bodyPr/>
        <a:lstStyle/>
        <a:p>
          <a:endParaRPr lang="en-US"/>
        </a:p>
      </dgm:t>
    </dgm:pt>
    <dgm:pt modelId="{539CCC33-DA3D-4A67-8C5C-EDA9492CCBD9}" type="sibTrans" cxnId="{99F1E9E7-3F58-46BC-A2E1-FBACFD036CD6}">
      <dgm:prSet/>
      <dgm:spPr/>
      <dgm:t>
        <a:bodyPr/>
        <a:lstStyle/>
        <a:p>
          <a:endParaRPr lang="en-US"/>
        </a:p>
      </dgm:t>
    </dgm:pt>
    <dgm:pt modelId="{6E8543B2-71F3-4DA7-BB54-0AF6346AE676}">
      <dgm:prSet/>
      <dgm:spPr/>
      <dgm:t>
        <a:bodyPr/>
        <a:lstStyle/>
        <a:p>
          <a:r>
            <a:rPr lang="cs-CZ"/>
            <a:t>Potřebuje nějaký prostor</a:t>
          </a:r>
          <a:endParaRPr lang="en-US"/>
        </a:p>
      </dgm:t>
    </dgm:pt>
    <dgm:pt modelId="{653F7362-B8F4-475A-9D61-8F3D1667583B}" type="parTrans" cxnId="{FD82B2CC-8962-4D05-8461-1F5E709C9EE2}">
      <dgm:prSet/>
      <dgm:spPr/>
      <dgm:t>
        <a:bodyPr/>
        <a:lstStyle/>
        <a:p>
          <a:endParaRPr lang="en-US"/>
        </a:p>
      </dgm:t>
    </dgm:pt>
    <dgm:pt modelId="{332CD8BD-F2F0-46D6-8434-5EDB006FE590}" type="sibTrans" cxnId="{FD82B2CC-8962-4D05-8461-1F5E709C9EE2}">
      <dgm:prSet/>
      <dgm:spPr/>
      <dgm:t>
        <a:bodyPr/>
        <a:lstStyle/>
        <a:p>
          <a:endParaRPr lang="en-US"/>
        </a:p>
      </dgm:t>
    </dgm:pt>
    <dgm:pt modelId="{8C65FF4C-A573-4086-BCBD-ECD6A39432A9}">
      <dgm:prSet/>
      <dgm:spPr/>
      <dgm:t>
        <a:bodyPr/>
        <a:lstStyle/>
        <a:p>
          <a:r>
            <a:rPr lang="cs-CZ"/>
            <a:t>Podestýlku</a:t>
          </a:r>
          <a:endParaRPr lang="en-US"/>
        </a:p>
      </dgm:t>
    </dgm:pt>
    <dgm:pt modelId="{C5318A76-A463-4C43-8CB2-F208B38AFA46}" type="parTrans" cxnId="{4AB64091-7A2B-4334-B1FC-8903567D04FE}">
      <dgm:prSet/>
      <dgm:spPr/>
      <dgm:t>
        <a:bodyPr/>
        <a:lstStyle/>
        <a:p>
          <a:endParaRPr lang="en-US"/>
        </a:p>
      </dgm:t>
    </dgm:pt>
    <dgm:pt modelId="{4C0AD39B-EB5B-4359-A439-CE437C87285D}" type="sibTrans" cxnId="{4AB64091-7A2B-4334-B1FC-8903567D04FE}">
      <dgm:prSet/>
      <dgm:spPr/>
      <dgm:t>
        <a:bodyPr/>
        <a:lstStyle/>
        <a:p>
          <a:endParaRPr lang="en-US"/>
        </a:p>
      </dgm:t>
    </dgm:pt>
    <dgm:pt modelId="{3A90CFA6-7D1E-4CF0-B310-AB1F3D658768}">
      <dgm:prSet/>
      <dgm:spPr/>
      <dgm:t>
        <a:bodyPr/>
        <a:lstStyle/>
        <a:p>
          <a:r>
            <a:rPr lang="cs-CZ"/>
            <a:t>Domeček</a:t>
          </a:r>
          <a:endParaRPr lang="en-US"/>
        </a:p>
      </dgm:t>
    </dgm:pt>
    <dgm:pt modelId="{078FF15B-F354-4B29-AAF6-3B864E9E8296}" type="parTrans" cxnId="{85CA26CE-C6B0-4F08-8670-ED73639B6C16}">
      <dgm:prSet/>
      <dgm:spPr/>
      <dgm:t>
        <a:bodyPr/>
        <a:lstStyle/>
        <a:p>
          <a:endParaRPr lang="en-US"/>
        </a:p>
      </dgm:t>
    </dgm:pt>
    <dgm:pt modelId="{DB1BCA31-5B62-4069-AE14-9893206C3C46}" type="sibTrans" cxnId="{85CA26CE-C6B0-4F08-8670-ED73639B6C16}">
      <dgm:prSet/>
      <dgm:spPr/>
      <dgm:t>
        <a:bodyPr/>
        <a:lstStyle/>
        <a:p>
          <a:endParaRPr lang="en-US"/>
        </a:p>
      </dgm:t>
    </dgm:pt>
    <dgm:pt modelId="{9B95368C-48ED-4FDD-B02B-3B488455D050}">
      <dgm:prSet/>
      <dgm:spPr/>
      <dgm:t>
        <a:bodyPr/>
        <a:lstStyle/>
        <a:p>
          <a:r>
            <a:rPr lang="cs-CZ"/>
            <a:t>Něco na pohyb</a:t>
          </a:r>
          <a:endParaRPr lang="en-US"/>
        </a:p>
      </dgm:t>
    </dgm:pt>
    <dgm:pt modelId="{668EFDC4-3B5F-4425-9888-D4FE34AF9F78}" type="parTrans" cxnId="{9E10B53A-F286-4A28-8A86-01659BE1B8B0}">
      <dgm:prSet/>
      <dgm:spPr/>
      <dgm:t>
        <a:bodyPr/>
        <a:lstStyle/>
        <a:p>
          <a:endParaRPr lang="en-US"/>
        </a:p>
      </dgm:t>
    </dgm:pt>
    <dgm:pt modelId="{9AEA4E2B-F280-46B9-9F34-1960144B8BE9}" type="sibTrans" cxnId="{9E10B53A-F286-4A28-8A86-01659BE1B8B0}">
      <dgm:prSet/>
      <dgm:spPr/>
      <dgm:t>
        <a:bodyPr/>
        <a:lstStyle/>
        <a:p>
          <a:endParaRPr lang="en-US"/>
        </a:p>
      </dgm:t>
    </dgm:pt>
    <dgm:pt modelId="{7E7EDA27-0D13-45C0-A450-FC5DBCAE8A79}" type="pres">
      <dgm:prSet presAssocID="{CD9EB150-F445-4957-9E6E-49F2FD13BF6B}" presName="linear" presStyleCnt="0">
        <dgm:presLayoutVars>
          <dgm:animLvl val="lvl"/>
          <dgm:resizeHandles val="exact"/>
        </dgm:presLayoutVars>
      </dgm:prSet>
      <dgm:spPr/>
    </dgm:pt>
    <dgm:pt modelId="{1F920E4A-03B1-4120-A125-622760F71EBA}" type="pres">
      <dgm:prSet presAssocID="{8592A6D5-7EDC-4EF8-A577-EFD645F0082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789F213-61E7-489F-8469-D2F4AB6CBCDC}" type="pres">
      <dgm:prSet presAssocID="{539CCC33-DA3D-4A67-8C5C-EDA9492CCBD9}" presName="spacer" presStyleCnt="0"/>
      <dgm:spPr/>
    </dgm:pt>
    <dgm:pt modelId="{0A00AE7B-969C-4200-9F63-040ED01F6057}" type="pres">
      <dgm:prSet presAssocID="{6E8543B2-71F3-4DA7-BB54-0AF6346AE67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2B782DB-E2DA-48B5-87E7-ED2000B14913}" type="pres">
      <dgm:prSet presAssocID="{332CD8BD-F2F0-46D6-8434-5EDB006FE590}" presName="spacer" presStyleCnt="0"/>
      <dgm:spPr/>
    </dgm:pt>
    <dgm:pt modelId="{9BDD3EAC-3E74-4978-9BBC-A546B5398BDB}" type="pres">
      <dgm:prSet presAssocID="{8C65FF4C-A573-4086-BCBD-ECD6A39432A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D987B83-015A-46AC-9605-65AC6BF8C4DA}" type="pres">
      <dgm:prSet presAssocID="{4C0AD39B-EB5B-4359-A439-CE437C87285D}" presName="spacer" presStyleCnt="0"/>
      <dgm:spPr/>
    </dgm:pt>
    <dgm:pt modelId="{F464DD67-4612-4A4A-A303-61C86E86634F}" type="pres">
      <dgm:prSet presAssocID="{3A90CFA6-7D1E-4CF0-B310-AB1F3D65876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8FCB197-0F9B-475B-99F8-3FBA0182BD67}" type="pres">
      <dgm:prSet presAssocID="{DB1BCA31-5B62-4069-AE14-9893206C3C46}" presName="spacer" presStyleCnt="0"/>
      <dgm:spPr/>
    </dgm:pt>
    <dgm:pt modelId="{4DD9E62D-ED83-4753-AD02-F8248C95DC3E}" type="pres">
      <dgm:prSet presAssocID="{9B95368C-48ED-4FDD-B02B-3B488455D05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766B303-CA18-4E24-AA49-8049443A8692}" type="presOf" srcId="{8C65FF4C-A573-4086-BCBD-ECD6A39432A9}" destId="{9BDD3EAC-3E74-4978-9BBC-A546B5398BDB}" srcOrd="0" destOrd="0" presId="urn:microsoft.com/office/officeart/2005/8/layout/vList2"/>
    <dgm:cxn modelId="{B1224405-F59C-425F-951F-19FA4E44E7A7}" type="presOf" srcId="{3A90CFA6-7D1E-4CF0-B310-AB1F3D658768}" destId="{F464DD67-4612-4A4A-A303-61C86E86634F}" srcOrd="0" destOrd="0" presId="urn:microsoft.com/office/officeart/2005/8/layout/vList2"/>
    <dgm:cxn modelId="{9E10B53A-F286-4A28-8A86-01659BE1B8B0}" srcId="{CD9EB150-F445-4957-9E6E-49F2FD13BF6B}" destId="{9B95368C-48ED-4FDD-B02B-3B488455D050}" srcOrd="4" destOrd="0" parTransId="{668EFDC4-3B5F-4425-9888-D4FE34AF9F78}" sibTransId="{9AEA4E2B-F280-46B9-9F34-1960144B8BE9}"/>
    <dgm:cxn modelId="{DC03525F-3059-4AAB-A786-DC2877347E55}" type="presOf" srcId="{8592A6D5-7EDC-4EF8-A577-EFD645F0082E}" destId="{1F920E4A-03B1-4120-A125-622760F71EBA}" srcOrd="0" destOrd="0" presId="urn:microsoft.com/office/officeart/2005/8/layout/vList2"/>
    <dgm:cxn modelId="{91FC4951-534A-48D7-A709-BDB5EB93B8C4}" type="presOf" srcId="{9B95368C-48ED-4FDD-B02B-3B488455D050}" destId="{4DD9E62D-ED83-4753-AD02-F8248C95DC3E}" srcOrd="0" destOrd="0" presId="urn:microsoft.com/office/officeart/2005/8/layout/vList2"/>
    <dgm:cxn modelId="{0E457471-96D8-46B7-A4D9-3345D13544A5}" type="presOf" srcId="{CD9EB150-F445-4957-9E6E-49F2FD13BF6B}" destId="{7E7EDA27-0D13-45C0-A450-FC5DBCAE8A79}" srcOrd="0" destOrd="0" presId="urn:microsoft.com/office/officeart/2005/8/layout/vList2"/>
    <dgm:cxn modelId="{4AB64091-7A2B-4334-B1FC-8903567D04FE}" srcId="{CD9EB150-F445-4957-9E6E-49F2FD13BF6B}" destId="{8C65FF4C-A573-4086-BCBD-ECD6A39432A9}" srcOrd="2" destOrd="0" parTransId="{C5318A76-A463-4C43-8CB2-F208B38AFA46}" sibTransId="{4C0AD39B-EB5B-4359-A439-CE437C87285D}"/>
    <dgm:cxn modelId="{FD82B2CC-8962-4D05-8461-1F5E709C9EE2}" srcId="{CD9EB150-F445-4957-9E6E-49F2FD13BF6B}" destId="{6E8543B2-71F3-4DA7-BB54-0AF6346AE676}" srcOrd="1" destOrd="0" parTransId="{653F7362-B8F4-475A-9D61-8F3D1667583B}" sibTransId="{332CD8BD-F2F0-46D6-8434-5EDB006FE590}"/>
    <dgm:cxn modelId="{85CA26CE-C6B0-4F08-8670-ED73639B6C16}" srcId="{CD9EB150-F445-4957-9E6E-49F2FD13BF6B}" destId="{3A90CFA6-7D1E-4CF0-B310-AB1F3D658768}" srcOrd="3" destOrd="0" parTransId="{078FF15B-F354-4B29-AAF6-3B864E9E8296}" sibTransId="{DB1BCA31-5B62-4069-AE14-9893206C3C46}"/>
    <dgm:cxn modelId="{2DFB73E6-88D6-45C7-A449-976E55E2EBF0}" type="presOf" srcId="{6E8543B2-71F3-4DA7-BB54-0AF6346AE676}" destId="{0A00AE7B-969C-4200-9F63-040ED01F6057}" srcOrd="0" destOrd="0" presId="urn:microsoft.com/office/officeart/2005/8/layout/vList2"/>
    <dgm:cxn modelId="{99F1E9E7-3F58-46BC-A2E1-FBACFD036CD6}" srcId="{CD9EB150-F445-4957-9E6E-49F2FD13BF6B}" destId="{8592A6D5-7EDC-4EF8-A577-EFD645F0082E}" srcOrd="0" destOrd="0" parTransId="{0418C841-EC06-4DE6-BBC1-20AC14757E91}" sibTransId="{539CCC33-DA3D-4A67-8C5C-EDA9492CCBD9}"/>
    <dgm:cxn modelId="{E4C532A3-957C-4D67-BDEC-74F38BEB048A}" type="presParOf" srcId="{7E7EDA27-0D13-45C0-A450-FC5DBCAE8A79}" destId="{1F920E4A-03B1-4120-A125-622760F71EBA}" srcOrd="0" destOrd="0" presId="urn:microsoft.com/office/officeart/2005/8/layout/vList2"/>
    <dgm:cxn modelId="{B0F05623-1360-4C37-90A0-5E28E8BFB84D}" type="presParOf" srcId="{7E7EDA27-0D13-45C0-A450-FC5DBCAE8A79}" destId="{2789F213-61E7-489F-8469-D2F4AB6CBCDC}" srcOrd="1" destOrd="0" presId="urn:microsoft.com/office/officeart/2005/8/layout/vList2"/>
    <dgm:cxn modelId="{947E51F7-29A5-4C31-A5BA-942A69A6C3B2}" type="presParOf" srcId="{7E7EDA27-0D13-45C0-A450-FC5DBCAE8A79}" destId="{0A00AE7B-969C-4200-9F63-040ED01F6057}" srcOrd="2" destOrd="0" presId="urn:microsoft.com/office/officeart/2005/8/layout/vList2"/>
    <dgm:cxn modelId="{FFD8F00B-D1C9-49D8-8257-4BB91BA57DAA}" type="presParOf" srcId="{7E7EDA27-0D13-45C0-A450-FC5DBCAE8A79}" destId="{D2B782DB-E2DA-48B5-87E7-ED2000B14913}" srcOrd="3" destOrd="0" presId="urn:microsoft.com/office/officeart/2005/8/layout/vList2"/>
    <dgm:cxn modelId="{4F5F6670-1D4C-463E-BFA8-32AE36287CB8}" type="presParOf" srcId="{7E7EDA27-0D13-45C0-A450-FC5DBCAE8A79}" destId="{9BDD3EAC-3E74-4978-9BBC-A546B5398BDB}" srcOrd="4" destOrd="0" presId="urn:microsoft.com/office/officeart/2005/8/layout/vList2"/>
    <dgm:cxn modelId="{2F061F24-F3B7-42CB-9093-5D0319D13449}" type="presParOf" srcId="{7E7EDA27-0D13-45C0-A450-FC5DBCAE8A79}" destId="{5D987B83-015A-46AC-9605-65AC6BF8C4DA}" srcOrd="5" destOrd="0" presId="urn:microsoft.com/office/officeart/2005/8/layout/vList2"/>
    <dgm:cxn modelId="{798338E3-C4B2-44F6-8CC1-433B35135C39}" type="presParOf" srcId="{7E7EDA27-0D13-45C0-A450-FC5DBCAE8A79}" destId="{F464DD67-4612-4A4A-A303-61C86E86634F}" srcOrd="6" destOrd="0" presId="urn:microsoft.com/office/officeart/2005/8/layout/vList2"/>
    <dgm:cxn modelId="{C69C23C5-87DD-4F40-9FD7-72E8E807E4E2}" type="presParOf" srcId="{7E7EDA27-0D13-45C0-A450-FC5DBCAE8A79}" destId="{B8FCB197-0F9B-475B-99F8-3FBA0182BD67}" srcOrd="7" destOrd="0" presId="urn:microsoft.com/office/officeart/2005/8/layout/vList2"/>
    <dgm:cxn modelId="{2329E495-C057-40B0-80E0-990191F64698}" type="presParOf" srcId="{7E7EDA27-0D13-45C0-A450-FC5DBCAE8A79}" destId="{4DD9E62D-ED83-4753-AD02-F8248C95DC3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A84521-DD78-42E9-9D2F-1D1DFFA546BE}">
      <dsp:nvSpPr>
        <dsp:cNvPr id="0" name=""/>
        <dsp:cNvSpPr/>
      </dsp:nvSpPr>
      <dsp:spPr>
        <a:xfrm>
          <a:off x="0" y="0"/>
          <a:ext cx="5133461" cy="9817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100" kern="1200"/>
            <a:t>Hlodavec</a:t>
          </a:r>
          <a:endParaRPr lang="en-US" sz="3100" kern="1200"/>
        </a:p>
      </dsp:txBody>
      <dsp:txXfrm>
        <a:off x="28753" y="28753"/>
        <a:ext cx="3959265" cy="924199"/>
      </dsp:txXfrm>
    </dsp:sp>
    <dsp:sp modelId="{4AAE3753-E9D1-4220-B7D1-F1FEF1935836}">
      <dsp:nvSpPr>
        <dsp:cNvPr id="0" name=""/>
        <dsp:cNvSpPr/>
      </dsp:nvSpPr>
      <dsp:spPr>
        <a:xfrm>
          <a:off x="383342" y="1118053"/>
          <a:ext cx="5133461" cy="9817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100" kern="1200"/>
            <a:t>6-8 cm</a:t>
          </a:r>
          <a:endParaRPr lang="en-US" sz="3100" kern="1200"/>
        </a:p>
      </dsp:txBody>
      <dsp:txXfrm>
        <a:off x="412095" y="1146806"/>
        <a:ext cx="4054503" cy="924199"/>
      </dsp:txXfrm>
    </dsp:sp>
    <dsp:sp modelId="{C1EEC194-9003-43B7-82B7-3EA10A7280DF}">
      <dsp:nvSpPr>
        <dsp:cNvPr id="0" name=""/>
        <dsp:cNvSpPr/>
      </dsp:nvSpPr>
      <dsp:spPr>
        <a:xfrm>
          <a:off x="766685" y="2236107"/>
          <a:ext cx="5133461" cy="9817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100" kern="1200"/>
            <a:t>Váží 40-70g</a:t>
          </a:r>
          <a:endParaRPr lang="en-US" sz="3100" kern="1200"/>
        </a:p>
      </dsp:txBody>
      <dsp:txXfrm>
        <a:off x="795438" y="2264860"/>
        <a:ext cx="4054503" cy="924199"/>
      </dsp:txXfrm>
    </dsp:sp>
    <dsp:sp modelId="{C36BDB42-75C9-40AE-9F28-D6502C2D9DC9}">
      <dsp:nvSpPr>
        <dsp:cNvPr id="0" name=""/>
        <dsp:cNvSpPr/>
      </dsp:nvSpPr>
      <dsp:spPr>
        <a:xfrm>
          <a:off x="1150028" y="3354160"/>
          <a:ext cx="5133461" cy="9817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100" kern="1200"/>
            <a:t>Dožívá se 3-5 let</a:t>
          </a:r>
          <a:endParaRPr lang="en-US" sz="3100" kern="1200"/>
        </a:p>
      </dsp:txBody>
      <dsp:txXfrm>
        <a:off x="1178781" y="3382913"/>
        <a:ext cx="4054503" cy="924199"/>
      </dsp:txXfrm>
    </dsp:sp>
    <dsp:sp modelId="{9E3BE8D3-5A21-4827-98B1-7CBDAF01C183}">
      <dsp:nvSpPr>
        <dsp:cNvPr id="0" name=""/>
        <dsp:cNvSpPr/>
      </dsp:nvSpPr>
      <dsp:spPr>
        <a:xfrm>
          <a:off x="1533371" y="4472214"/>
          <a:ext cx="5133461" cy="9817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3100" kern="1200"/>
            <a:t>Venku dlouho nepřežije</a:t>
          </a:r>
          <a:endParaRPr lang="en-US" sz="3100" kern="1200"/>
        </a:p>
      </dsp:txBody>
      <dsp:txXfrm>
        <a:off x="1562124" y="4500967"/>
        <a:ext cx="4054503" cy="924199"/>
      </dsp:txXfrm>
    </dsp:sp>
    <dsp:sp modelId="{B181438B-8C55-4214-9A08-50F8FCB75485}">
      <dsp:nvSpPr>
        <dsp:cNvPr id="0" name=""/>
        <dsp:cNvSpPr/>
      </dsp:nvSpPr>
      <dsp:spPr>
        <a:xfrm>
          <a:off x="4495352" y="717190"/>
          <a:ext cx="638108" cy="63810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4638926" y="717190"/>
        <a:ext cx="350960" cy="480176"/>
      </dsp:txXfrm>
    </dsp:sp>
    <dsp:sp modelId="{815D4EAB-BA2D-4297-9B79-913AF0FFFCB0}">
      <dsp:nvSpPr>
        <dsp:cNvPr id="0" name=""/>
        <dsp:cNvSpPr/>
      </dsp:nvSpPr>
      <dsp:spPr>
        <a:xfrm>
          <a:off x="4878695" y="1835244"/>
          <a:ext cx="638108" cy="63810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5022269" y="1835244"/>
        <a:ext cx="350960" cy="480176"/>
      </dsp:txXfrm>
    </dsp:sp>
    <dsp:sp modelId="{431D15BF-5A73-434F-AC35-E3615358A829}">
      <dsp:nvSpPr>
        <dsp:cNvPr id="0" name=""/>
        <dsp:cNvSpPr/>
      </dsp:nvSpPr>
      <dsp:spPr>
        <a:xfrm>
          <a:off x="5262038" y="2936935"/>
          <a:ext cx="638108" cy="63810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5405612" y="2936935"/>
        <a:ext cx="350960" cy="480176"/>
      </dsp:txXfrm>
    </dsp:sp>
    <dsp:sp modelId="{72E27A35-758B-4133-9935-A9EB59DD40CA}">
      <dsp:nvSpPr>
        <dsp:cNvPr id="0" name=""/>
        <dsp:cNvSpPr/>
      </dsp:nvSpPr>
      <dsp:spPr>
        <a:xfrm>
          <a:off x="5645381" y="4065897"/>
          <a:ext cx="638108" cy="63810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5788955" y="4065897"/>
        <a:ext cx="350960" cy="4801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920E4A-03B1-4120-A125-622760F71EBA}">
      <dsp:nvSpPr>
        <dsp:cNvPr id="0" name=""/>
        <dsp:cNvSpPr/>
      </dsp:nvSpPr>
      <dsp:spPr>
        <a:xfrm>
          <a:off x="0" y="563613"/>
          <a:ext cx="3025303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/>
            <a:t>Je to zvířátko, které patří mezi ty nejméně náročné</a:t>
          </a:r>
          <a:endParaRPr lang="en-US" sz="2100" kern="1200"/>
        </a:p>
      </dsp:txBody>
      <dsp:txXfrm>
        <a:off x="40780" y="604393"/>
        <a:ext cx="2943743" cy="753819"/>
      </dsp:txXfrm>
    </dsp:sp>
    <dsp:sp modelId="{0A00AE7B-969C-4200-9F63-040ED01F6057}">
      <dsp:nvSpPr>
        <dsp:cNvPr id="0" name=""/>
        <dsp:cNvSpPr/>
      </dsp:nvSpPr>
      <dsp:spPr>
        <a:xfrm>
          <a:off x="0" y="1459473"/>
          <a:ext cx="3025303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/>
            <a:t>Potřebuje nějaký prostor</a:t>
          </a:r>
          <a:endParaRPr lang="en-US" sz="2100" kern="1200"/>
        </a:p>
      </dsp:txBody>
      <dsp:txXfrm>
        <a:off x="40780" y="1500253"/>
        <a:ext cx="2943743" cy="753819"/>
      </dsp:txXfrm>
    </dsp:sp>
    <dsp:sp modelId="{9BDD3EAC-3E74-4978-9BBC-A546B5398BDB}">
      <dsp:nvSpPr>
        <dsp:cNvPr id="0" name=""/>
        <dsp:cNvSpPr/>
      </dsp:nvSpPr>
      <dsp:spPr>
        <a:xfrm>
          <a:off x="0" y="2355333"/>
          <a:ext cx="3025303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/>
            <a:t>Podestýlku</a:t>
          </a:r>
          <a:endParaRPr lang="en-US" sz="2100" kern="1200"/>
        </a:p>
      </dsp:txBody>
      <dsp:txXfrm>
        <a:off x="40780" y="2396113"/>
        <a:ext cx="2943743" cy="753819"/>
      </dsp:txXfrm>
    </dsp:sp>
    <dsp:sp modelId="{F464DD67-4612-4A4A-A303-61C86E86634F}">
      <dsp:nvSpPr>
        <dsp:cNvPr id="0" name=""/>
        <dsp:cNvSpPr/>
      </dsp:nvSpPr>
      <dsp:spPr>
        <a:xfrm>
          <a:off x="0" y="3251193"/>
          <a:ext cx="3025303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/>
            <a:t>Domeček</a:t>
          </a:r>
          <a:endParaRPr lang="en-US" sz="2100" kern="1200"/>
        </a:p>
      </dsp:txBody>
      <dsp:txXfrm>
        <a:off x="40780" y="3291973"/>
        <a:ext cx="2943743" cy="753819"/>
      </dsp:txXfrm>
    </dsp:sp>
    <dsp:sp modelId="{4DD9E62D-ED83-4753-AD02-F8248C95DC3E}">
      <dsp:nvSpPr>
        <dsp:cNvPr id="0" name=""/>
        <dsp:cNvSpPr/>
      </dsp:nvSpPr>
      <dsp:spPr>
        <a:xfrm>
          <a:off x="0" y="4147053"/>
          <a:ext cx="3025303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/>
            <a:t>Něco na pohyb</a:t>
          </a:r>
          <a:endParaRPr lang="en-US" sz="2100" kern="1200"/>
        </a:p>
      </dsp:txBody>
      <dsp:txXfrm>
        <a:off x="40780" y="4187833"/>
        <a:ext cx="2943743" cy="753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4EA22-D758-4C24-BE12-2D840F59C2C8}" type="datetimeFigureOut">
              <a:rPr lang="cs-CZ" smtClean="0"/>
              <a:t>16.03.2023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24107D-3DA5-4BE8-9E32-FFD25D117EC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64327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Venku nepřežije z důvodů 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24107D-3DA5-4BE8-9E32-FFD25D117EC0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5802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Prostor – buď klec nebo akvárko (obojí má svoje + i -)</a:t>
            </a:r>
          </a:p>
          <a:p>
            <a:r>
              <a:rPr lang="cs-CZ" dirty="0"/>
              <a:t>Domeček – místo, kde se může rychle schovat (potřebuje klidný spánek)</a:t>
            </a:r>
          </a:p>
          <a:p>
            <a:r>
              <a:rPr lang="cs-CZ" dirty="0"/>
              <a:t>Pohyb – Větev na prolézání i obrušování zubů, kolotoč ve kterém může běhat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24107D-3DA5-4BE8-9E32-FFD25D117EC0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63021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Je všežravec ale je potřeba dát si záležet na pestrosti jeho stravy, kterou podáváme čerstvou, nebo sušenou, případně se dá koupit již namixované krmivo.</a:t>
            </a:r>
          </a:p>
          <a:p>
            <a:r>
              <a:rPr lang="cs-CZ" dirty="0"/>
              <a:t>Mezi pamlsky můžou patřit malé porce ovoce a zeleniny, hmyz(červíci, larvy, </a:t>
            </a:r>
            <a:r>
              <a:rPr lang="cs-CZ" dirty="0" err="1"/>
              <a:t>bročci</a:t>
            </a:r>
            <a:r>
              <a:rPr lang="cs-CZ" dirty="0"/>
              <a:t>) (potraviny, které jsou méně nadýmané)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24107D-3DA5-4BE8-9E32-FFD25D117EC0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6616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1kg žrádla cca 60kč, vydrží několik měsíců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24107D-3DA5-4BE8-9E32-FFD25D117EC0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1746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61CE470-7759-1FB6-5C51-D77DA521A7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B5DFB81-946E-3725-25CF-CBC2DFFDB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D1EBB29-157C-9E79-A6C3-1E7B6BFE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EB8B0-EEAE-4DB3-B6CC-D7FD9333A243}" type="datetimeFigureOut">
              <a:rPr lang="cs-CZ" smtClean="0"/>
              <a:t>16.03.2023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B0F388E-17A7-8999-C78D-BE22F6A96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F2CB3DB-1A8E-CD78-E5D3-20CACE987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B6567-AA91-47EA-A96C-772B2790D2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48898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52DE1F-934A-7E20-8ED7-3AA3D7E5F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36878F8-FE3F-A7D4-BF81-1BF0C4BAE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05F260C-0B78-55C1-C463-241A19F1B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EB8B0-EEAE-4DB3-B6CC-D7FD9333A243}" type="datetimeFigureOut">
              <a:rPr lang="cs-CZ" smtClean="0"/>
              <a:t>16.03.2023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7D3852D-287E-D548-DB14-6C3B15E4F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61A7002-19C1-A1C9-2A88-E2D4D9F34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B6567-AA91-47EA-A96C-772B2790D2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2797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AA98BB5-87ED-AC11-A3F2-9D64F9B0A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BDF280D-E9BD-692E-9AB6-AFE3C4745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60DFAD8-39E8-DD4E-9953-2B7115B7F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EB8B0-EEAE-4DB3-B6CC-D7FD9333A243}" type="datetimeFigureOut">
              <a:rPr lang="cs-CZ" smtClean="0"/>
              <a:t>16.03.2023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2BC185E-476B-30D5-D84A-E84A6D32F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1C40AF6-3C3C-1FF0-3907-7E6E06FA4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B6567-AA91-47EA-A96C-772B2790D2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1207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111BD31-BDEC-DEAB-6068-95A0188EF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962D6C8-18DE-F709-DF35-98F89106CF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8EFD08C1-2896-190D-CFBA-32A18ED4E8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FAF3FD3-FDBA-AF65-DF6E-2917A484B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EB8B0-EEAE-4DB3-B6CC-D7FD9333A243}" type="datetimeFigureOut">
              <a:rPr lang="cs-CZ" smtClean="0"/>
              <a:t>16.03.2023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A46428A-AB66-50BA-A994-7956C4D9C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0108A56-3538-A028-089C-89D12F5C3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B6567-AA91-47EA-A96C-772B2790D2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16654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15D125A-2CD4-B36E-39AC-9FA51DB91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84CF869-5E3A-A325-D450-61D9074D0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C23B30C-53AC-07B8-0DDC-92E25B86E0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C6CCF18D-335D-4F98-71FA-B80CDF15E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4E5EBBD9-E5C6-7A62-0440-BF9CE86CD2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9D3F3CF2-97D3-14CD-2F0A-AD824E663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EB8B0-EEAE-4DB3-B6CC-D7FD9333A243}" type="datetimeFigureOut">
              <a:rPr lang="cs-CZ" smtClean="0"/>
              <a:t>16.03.2023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77636412-11F9-EBB4-9254-2D86933E8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FAB33A6C-522F-EDB6-B63C-94B9014D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B6567-AA91-47EA-A96C-772B2790D2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70155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76A16FC-720C-FAEA-2F25-403AA62FD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23B99A65-B53F-D57E-1734-9E477E529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EB8B0-EEAE-4DB3-B6CC-D7FD9333A243}" type="datetimeFigureOut">
              <a:rPr lang="cs-CZ" smtClean="0"/>
              <a:t>16.03.2023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E719ADCA-2C5F-4331-C2D8-90A375D91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08AD592-09A4-4151-D904-44A044F17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B6567-AA91-47EA-A96C-772B2790D2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77697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6B0142DC-A8AD-5065-E835-94EA0FD1A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EB8B0-EEAE-4DB3-B6CC-D7FD9333A243}" type="datetimeFigureOut">
              <a:rPr lang="cs-CZ" smtClean="0"/>
              <a:t>16.03.2023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54EBE988-E5C6-CFC6-8237-79BF2025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8B73F74-F26F-945B-A29C-AC549F3C1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B6567-AA91-47EA-A96C-772B2790D2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59347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FB5E0D-3CE6-B011-1CEB-F26BDE60A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81020AB-D8AB-3EDD-935C-FDB7E1E17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97A360D-6A21-D645-36E7-F67A0D373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16FBA5D-F737-1E27-4329-F2A8F4F3E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EB8B0-EEAE-4DB3-B6CC-D7FD9333A243}" type="datetimeFigureOut">
              <a:rPr lang="cs-CZ" smtClean="0"/>
              <a:t>16.03.2023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7307035-A235-FDF8-0190-9EA3512D6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E19F410-8539-AE52-CEA3-038544173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B6567-AA91-47EA-A96C-772B2790D2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50383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1B5FEB1-8E3A-1821-9F23-10A16F944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7BAEA029-9C85-80C1-5DED-8325D051C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54DB36F-906D-4748-8184-00B4A98CF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DB66FE4-93B3-28BF-8C83-9CA257CC3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EB8B0-EEAE-4DB3-B6CC-D7FD9333A243}" type="datetimeFigureOut">
              <a:rPr lang="cs-CZ" smtClean="0"/>
              <a:t>16.03.2023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4EEB5B8-9533-6DB1-CB8C-ADCDCB1A1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A5F66A6-55B0-3B40-C86C-5E71D41D2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B6567-AA91-47EA-A96C-772B2790D2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9304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142D7F8-C6F0-1B91-9E9C-6786C0DB1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D2B4D582-F934-EBD5-80EE-5024EEAACB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AD416A5-D25E-583D-5397-CB92E8B11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EB8B0-EEAE-4DB3-B6CC-D7FD9333A243}" type="datetimeFigureOut">
              <a:rPr lang="cs-CZ" smtClean="0"/>
              <a:t>16.03.2023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9101FA9-1895-EE36-0175-60D179520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61B3F64-8668-10B8-9571-C7A95CC5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B6567-AA91-47EA-A96C-772B2790D2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48253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FC3FC665-C5D3-7BEE-EB87-29DCE0A318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2BDCFF5-EE54-32D7-4E06-3B33123C3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0168B4A-09DF-79BC-7203-0B7094116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EB8B0-EEAE-4DB3-B6CC-D7FD9333A243}" type="datetimeFigureOut">
              <a:rPr lang="cs-CZ" smtClean="0"/>
              <a:t>16.03.2023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0FFB083-1B74-6ACF-E431-904890AA9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7B043F7-804A-4E3A-69FA-51D3FB904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B6567-AA91-47EA-A96C-772B2790D2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9453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26BAC5D1-B10C-0CC5-6BE3-AABB35E72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E0540BB-13AB-B176-62A6-FEADF84D8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F847541-21C0-84E5-40EB-A00131B3C1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EB8B0-EEAE-4DB3-B6CC-D7FD9333A243}" type="datetimeFigureOut">
              <a:rPr lang="cs-CZ" smtClean="0"/>
              <a:t>16.03.2023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700A282-E2E1-2E82-6461-CC69505140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2D597D-3CB8-17FD-B662-D4CB43DE0D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B6567-AA91-47EA-A96C-772B2790D2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83513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1" name="Rectangle 2065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2" name="Picture 4" descr="Proč křečci někdy jedí své děti? | greenpets.cz">
            <a:extLst>
              <a:ext uri="{FF2B5EF4-FFF2-40B4-BE49-F238E27FC236}">
                <a16:creationId xmlns:a16="http://schemas.microsoft.com/office/drawing/2014/main" id="{51E1D89A-4367-25FD-7069-734D1AEBF3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24" b="35676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Křeček džungarský bílý | BAT Andrle s.r.o.">
            <a:extLst>
              <a:ext uri="{FF2B5EF4-FFF2-40B4-BE49-F238E27FC236}">
                <a16:creationId xmlns:a16="http://schemas.microsoft.com/office/drawing/2014/main" id="{6336C49D-CE96-1432-C6A0-5BB61B006C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22" r="-1" b="29222"/>
          <a:stretch/>
        </p:blipFill>
        <p:spPr bwMode="auto">
          <a:xfrm>
            <a:off x="4547938" y="3681409"/>
            <a:ext cx="7644062" cy="3176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2" name="Rectangle 2067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A5909D1-7D5C-6954-82C1-858D4F1CDF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15219"/>
            <a:ext cx="5395912" cy="2387600"/>
          </a:xfrm>
        </p:spPr>
        <p:txBody>
          <a:bodyPr>
            <a:normAutofit/>
          </a:bodyPr>
          <a:lstStyle/>
          <a:p>
            <a:pPr algn="l"/>
            <a:r>
              <a:rPr lang="cs-CZ" sz="5000" b="1">
                <a:solidFill>
                  <a:schemeClr val="bg1"/>
                </a:solidFill>
              </a:rPr>
              <a:t> Chov Křečka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F6C2C6E-8353-B549-82D0-B7FB53D440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902075"/>
            <a:ext cx="5395912" cy="1655762"/>
          </a:xfrm>
        </p:spPr>
        <p:txBody>
          <a:bodyPr>
            <a:normAutofit/>
          </a:bodyPr>
          <a:lstStyle/>
          <a:p>
            <a:pPr algn="l"/>
            <a:endParaRPr lang="cs-CZ" sz="2000">
              <a:solidFill>
                <a:schemeClr val="bg1"/>
              </a:solidFill>
            </a:endParaRPr>
          </a:p>
        </p:txBody>
      </p:sp>
      <p:cxnSp>
        <p:nvCxnSpPr>
          <p:cNvPr id="2070" name="Straight Connector 2069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545689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A800D90-C71B-9A58-1841-9B025D779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cs-CZ" sz="3700">
                <a:solidFill>
                  <a:srgbClr val="FFFFFF"/>
                </a:solidFill>
              </a:rPr>
              <a:t>Charakteristika</a:t>
            </a:r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7AEEF9D2-99A3-BEFF-7003-DF531548A7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0949455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22005173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FED2463-3EA2-4E5C-3BDB-0A3A48E4B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1" y="586855"/>
            <a:ext cx="3434251" cy="3352099"/>
          </a:xfrm>
        </p:spPr>
        <p:txBody>
          <a:bodyPr anchor="b">
            <a:normAutofit/>
          </a:bodyPr>
          <a:lstStyle/>
          <a:p>
            <a:r>
              <a:rPr lang="cs-CZ" sz="4000" dirty="0">
                <a:solidFill>
                  <a:srgbClr val="FFFFFF"/>
                </a:solidFill>
              </a:rPr>
              <a:t>Jak</a:t>
            </a:r>
            <a:br>
              <a:rPr lang="cs-CZ" sz="4000" dirty="0">
                <a:solidFill>
                  <a:srgbClr val="FFFFFF"/>
                </a:solidFill>
              </a:rPr>
            </a:br>
            <a:r>
              <a:rPr lang="cs-CZ" sz="4000" dirty="0">
                <a:solidFill>
                  <a:srgbClr val="FFFFFF"/>
                </a:solidFill>
              </a:rPr>
              <a:t>     chovat</a:t>
            </a:r>
            <a:br>
              <a:rPr lang="cs-CZ" sz="4000" dirty="0">
                <a:solidFill>
                  <a:srgbClr val="FFFFFF"/>
                </a:solidFill>
              </a:rPr>
            </a:br>
            <a:r>
              <a:rPr lang="cs-CZ" sz="4000" dirty="0">
                <a:solidFill>
                  <a:srgbClr val="FFFFFF"/>
                </a:solidFill>
              </a:rPr>
              <a:t>		křečka</a:t>
            </a:r>
          </a:p>
        </p:txBody>
      </p:sp>
      <p:graphicFrame>
        <p:nvGraphicFramePr>
          <p:cNvPr id="35" name="Zástupný obsah 2">
            <a:extLst>
              <a:ext uri="{FF2B5EF4-FFF2-40B4-BE49-F238E27FC236}">
                <a16:creationId xmlns:a16="http://schemas.microsoft.com/office/drawing/2014/main" id="{F349F542-9A8A-E494-0BC5-32EAD64AE58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81727" y="649480"/>
          <a:ext cx="3025303" cy="554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Graphic 6" descr="Křeček">
            <a:extLst>
              <a:ext uri="{FF2B5EF4-FFF2-40B4-BE49-F238E27FC236}">
                <a16:creationId xmlns:a16="http://schemas.microsoft.com/office/drawing/2014/main" id="{378D3484-8260-D20B-2C06-6E3A555AA6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09502" y="1627051"/>
            <a:ext cx="3615776" cy="361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64212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FED2463-3EA2-4E5C-3BDB-0A3A48E4B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cs-CZ" sz="4000">
                <a:solidFill>
                  <a:srgbClr val="FFFFFF"/>
                </a:solidFill>
              </a:rPr>
              <a:t>Co vše sní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60DCAB8-A38C-81FD-787D-0B70333DA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cs-CZ" sz="2000" dirty="0"/>
          </a:p>
          <a:p>
            <a:r>
              <a:rPr lang="cs-CZ" sz="2000" dirty="0"/>
              <a:t>Potřebuje pítko a misku na jídlo</a:t>
            </a:r>
          </a:p>
          <a:p>
            <a:r>
              <a:rPr lang="cs-CZ" sz="2000" dirty="0"/>
              <a:t>Je všežravec – Strava a Pamlsky</a:t>
            </a:r>
          </a:p>
          <a:p>
            <a:r>
              <a:rPr lang="cs-CZ" sz="2000" dirty="0"/>
              <a:t>Jídlo, které mu dáváme ovlivňuje délku jeho života</a:t>
            </a:r>
          </a:p>
          <a:p>
            <a:endParaRPr lang="cs-CZ" sz="2000" dirty="0"/>
          </a:p>
        </p:txBody>
      </p:sp>
      <p:pic>
        <p:nvPicPr>
          <p:cNvPr id="7" name="Graphic 6" descr="Křeček">
            <a:extLst>
              <a:ext uri="{FF2B5EF4-FFF2-40B4-BE49-F238E27FC236}">
                <a16:creationId xmlns:a16="http://schemas.microsoft.com/office/drawing/2014/main" id="{378D3484-8260-D20B-2C06-6E3A555AA6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09502" y="1627051"/>
            <a:ext cx="3615776" cy="361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095776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Rectangle 1045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64C5AC9-FCAC-196F-D5D8-331A497CB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865" y="568517"/>
            <a:ext cx="5248221" cy="1067209"/>
          </a:xfrm>
        </p:spPr>
        <p:txBody>
          <a:bodyPr>
            <a:normAutofit/>
          </a:bodyPr>
          <a:lstStyle/>
          <a:p>
            <a:r>
              <a:rPr lang="cs-CZ">
                <a:solidFill>
                  <a:schemeClr val="bg1"/>
                </a:solidFill>
              </a:rPr>
              <a:t>Kolik bude stát</a:t>
            </a:r>
          </a:p>
        </p:txBody>
      </p:sp>
      <p:pic>
        <p:nvPicPr>
          <p:cNvPr id="1026" name="Picture 2" descr="Klec křeček EHOP šedá/růžová s výbavou Zolux">
            <a:extLst>
              <a:ext uri="{FF2B5EF4-FFF2-40B4-BE49-F238E27FC236}">
                <a16:creationId xmlns:a16="http://schemas.microsoft.com/office/drawing/2014/main" id="{49CBA749-AE2E-169C-8F70-7679BE4B06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80" r="-1" b="8379"/>
          <a:stretch/>
        </p:blipFill>
        <p:spPr bwMode="auto">
          <a:xfrm>
            <a:off x="739959" y="1095407"/>
            <a:ext cx="4754947" cy="4754947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noFill/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48" name="Group 1047">
            <a:extLst>
              <a:ext uri="{FF2B5EF4-FFF2-40B4-BE49-F238E27FC236}">
                <a16:creationId xmlns:a16="http://schemas.microsoft.com/office/drawing/2014/main" id="{B894EFA8-F425-4D19-A94B-445388B31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033193A-2AD5-3889-D34C-8FD961E51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820369"/>
            <a:ext cx="5217173" cy="4351338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Klec - 1015 Kč</a:t>
            </a:r>
          </a:p>
          <a:p>
            <a:r>
              <a:rPr lang="cs-CZ" dirty="0">
                <a:solidFill>
                  <a:schemeClr val="bg1"/>
                </a:solidFill>
              </a:rPr>
              <a:t>Pítko – 60 Kč</a:t>
            </a:r>
          </a:p>
          <a:p>
            <a:r>
              <a:rPr lang="cs-CZ" dirty="0">
                <a:solidFill>
                  <a:schemeClr val="bg1"/>
                </a:solidFill>
              </a:rPr>
              <a:t>Křeček – 100 Kč</a:t>
            </a:r>
          </a:p>
          <a:p>
            <a:r>
              <a:rPr lang="cs-CZ" dirty="0">
                <a:solidFill>
                  <a:schemeClr val="bg1"/>
                </a:solidFill>
              </a:rPr>
              <a:t>Namixované žrádlo - 60 Kč</a:t>
            </a:r>
          </a:p>
          <a:p>
            <a:r>
              <a:rPr lang="cs-CZ" dirty="0">
                <a:solidFill>
                  <a:schemeClr val="bg1"/>
                </a:solidFill>
              </a:rPr>
              <a:t>Celkem – 1235 Kč</a:t>
            </a:r>
          </a:p>
        </p:txBody>
      </p:sp>
      <p:grpSp>
        <p:nvGrpSpPr>
          <p:cNvPr id="1052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0170069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Zvětšovací sklo a otazník">
            <a:extLst>
              <a:ext uri="{FF2B5EF4-FFF2-40B4-BE49-F238E27FC236}">
                <a16:creationId xmlns:a16="http://schemas.microsoft.com/office/drawing/2014/main" id="{8B22DFFD-BCCE-4F0E-2B61-6C46634486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49" r="2325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D83A466-613C-0C61-FB64-BE4CA10E5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 err="1"/>
              <a:t>Dotazy</a:t>
            </a:r>
            <a:endParaRPr lang="en-US" sz="48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0244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202</Words>
  <Application>Microsoft Office PowerPoint</Application>
  <PresentationFormat>Širokoúhlá obrazovka</PresentationFormat>
  <Paragraphs>36</Paragraphs>
  <Slides>6</Slides>
  <Notes>4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Motiv Office</vt:lpstr>
      <vt:lpstr> Chov Křečka</vt:lpstr>
      <vt:lpstr>Charakteristika</vt:lpstr>
      <vt:lpstr>Jak      chovat   křečka</vt:lpstr>
      <vt:lpstr>Co vše sní</vt:lpstr>
      <vt:lpstr>Kolik bude stát</vt:lpstr>
      <vt:lpstr>Dotazy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Křeček</dc:title>
  <dc:creator>Jaluvka Petr</dc:creator>
  <cp:lastModifiedBy>Jaluvka Petr</cp:lastModifiedBy>
  <cp:revision>19</cp:revision>
  <dcterms:created xsi:type="dcterms:W3CDTF">2023-03-16T08:28:29Z</dcterms:created>
  <dcterms:modified xsi:type="dcterms:W3CDTF">2023-03-16T09:45:20Z</dcterms:modified>
</cp:coreProperties>
</file>